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43" d="100"/>
          <a:sy n="43" d="100"/>
        </p:scale>
        <p:origin x="2222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0742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482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283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05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995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0172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869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2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07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7009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7888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B45DED-A006-4519-B2CE-F9981970AD69}" type="datetimeFigureOut">
              <a:rPr lang="en-IN" smtClean="0"/>
              <a:t>25-03-2025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630CC64-C8EC-4F3F-8EEB-55F362AA191E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2783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B21BA-7A93-9925-443B-2EC081E065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141620"/>
            <a:ext cx="12192000" cy="2141620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IN" sz="7200" i="1" u="sng" dirty="0">
                <a:solidFill>
                  <a:schemeClr val="accent5">
                    <a:lumMod val="75000"/>
                  </a:schemeClr>
                </a:solidFill>
                <a:highlight>
                  <a:srgbClr val="000000"/>
                </a:highlight>
                <a:latin typeface="Cooper Black" panose="0208090404030B020404" pitchFamily="18" charset="0"/>
              </a:rPr>
              <a:t>Start Andhra real estate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914A086-DCE4-3B95-1861-8357A1A182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17780" y="5309937"/>
            <a:ext cx="8637072" cy="261986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8" name="Picture 7" descr="A logo with a letter s and a map&#10;&#10;AI-generated content may be incorrect.">
            <a:extLst>
              <a:ext uri="{FF2B5EF4-FFF2-40B4-BE49-F238E27FC236}">
                <a16:creationId xmlns:a16="http://schemas.microsoft.com/office/drawing/2014/main" id="{38BBCFC7-78EC-1733-A96D-87ED3E4FF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45432"/>
            <a:ext cx="12384504" cy="63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669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367F3-BC86-230C-1B93-C418B018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  <a:latin typeface="Bahnschrift SemiBold Condensed" panose="020B0502040204020203" pitchFamily="34" charset="0"/>
              </a:rPr>
              <a:t>Problem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  <a:highlight>
                  <a:srgbClr val="808080"/>
                </a:highlight>
              </a:rPr>
              <a:t>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  <a:latin typeface="Bahnschrift SemiBold Condensed" panose="020B0502040204020203" pitchFamily="34" charset="0"/>
              </a:rPr>
              <a:t>statement</a:t>
            </a:r>
            <a:r>
              <a:rPr lang="en-IN" dirty="0">
                <a:solidFill>
                  <a:schemeClr val="accent3">
                    <a:lumMod val="75000"/>
                  </a:schemeClr>
                </a:solidFill>
                <a:highlight>
                  <a:srgbClr val="808080"/>
                </a:highlight>
              </a:rPr>
              <a:t> :   the availability of sites &amp; land dealers in particular place…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25FF2-DE90-5D97-FD05-260A7F527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IN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1.</a:t>
            </a:r>
            <a:r>
              <a:rPr lang="en-IN" i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Availability of</a:t>
            </a:r>
            <a:r>
              <a:rPr lang="en-IN" i="1" u="sng" dirty="0">
                <a:solidFill>
                  <a:schemeClr val="bg2">
                    <a:lumMod val="40000"/>
                    <a:lumOff val="60000"/>
                  </a:schemeClr>
                </a:solidFill>
                <a:latin typeface="Bahnschrift SemiBold Condensed" panose="020B0502040204020203" pitchFamily="34" charset="0"/>
              </a:rPr>
              <a:t> </a:t>
            </a:r>
            <a:r>
              <a:rPr lang="en-IN" i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sites:</a:t>
            </a:r>
            <a:endParaRPr lang="en-IN" sz="2400" i="1" dirty="0">
              <a:solidFill>
                <a:schemeClr val="bg2">
                  <a:lumMod val="40000"/>
                  <a:lumOff val="60000"/>
                </a:schemeClr>
              </a:solidFill>
              <a:latin typeface="Aptos Narrow" panose="020B0004020202020204" pitchFamily="34" charset="0"/>
            </a:endParaRPr>
          </a:p>
          <a:p>
            <a:pPr marL="0" indent="0">
              <a:buNone/>
            </a:pPr>
            <a:r>
              <a:rPr lang="en-IN" sz="2200" i="1" dirty="0">
                <a:solidFill>
                  <a:schemeClr val="bg2">
                    <a:lumMod val="40000"/>
                    <a:lumOff val="60000"/>
                  </a:schemeClr>
                </a:solidFill>
              </a:rPr>
              <a:t>Availability of sites can’t be known to customer ,they don’t know      where the site details are given or present</a:t>
            </a:r>
            <a:endParaRPr lang="en-IN" sz="2200" i="1" u="sng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IN" sz="2400" i="1" dirty="0">
                <a:solidFill>
                  <a:schemeClr val="bg2">
                    <a:lumMod val="40000"/>
                    <a:lumOff val="60000"/>
                  </a:schemeClr>
                </a:solidFill>
                <a:latin typeface="Aptos Narrow" panose="020B0004020202020204" pitchFamily="34" charset="0"/>
              </a:rPr>
              <a:t> </a:t>
            </a:r>
            <a:r>
              <a:rPr lang="en-IN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2.</a:t>
            </a:r>
            <a:r>
              <a:rPr lang="en-IN" i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Availability of land dealers:</a:t>
            </a:r>
          </a:p>
          <a:p>
            <a:pPr marL="0" indent="0">
              <a:buNone/>
            </a:pPr>
            <a:r>
              <a:rPr lang="en-IN" i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  The availability of land dealers can’t be known to customer.</a:t>
            </a:r>
          </a:p>
          <a:p>
            <a:pPr marL="0" indent="0">
              <a:buNone/>
            </a:pPr>
            <a:r>
              <a:rPr lang="en-IN" i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3.Site measurements &amp; legal sites:</a:t>
            </a:r>
          </a:p>
          <a:p>
            <a:pPr marL="0" indent="0">
              <a:buNone/>
            </a:pPr>
            <a:r>
              <a:rPr lang="en-IN" sz="2200" i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 The </a:t>
            </a:r>
          </a:p>
          <a:p>
            <a:pPr marL="0" indent="0">
              <a:buNone/>
            </a:pPr>
            <a:r>
              <a:rPr lang="en-IN" i="1" u="sng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 Black" panose="020B0A04020102020204" pitchFamily="34" charset="0"/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F89B10-5B12-C716-417D-17A3CA2287D9}"/>
              </a:ext>
            </a:extLst>
          </p:cNvPr>
          <p:cNvSpPr txBox="1"/>
          <p:nvPr/>
        </p:nvSpPr>
        <p:spPr>
          <a:xfrm>
            <a:off x="2169458" y="4490881"/>
            <a:ext cx="5714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i="1" dirty="0">
                <a:solidFill>
                  <a:schemeClr val="bg2">
                    <a:lumMod val="40000"/>
                    <a:lumOff val="60000"/>
                  </a:schemeClr>
                </a:solidFill>
                <a:latin typeface="Arial Black" panose="020B0A04020102020204" pitchFamily="34" charset="0"/>
              </a:rPr>
              <a:t>measurement of sites and available of  legal sites.</a:t>
            </a:r>
            <a:endParaRPr lang="en-IN" sz="2000" dirty="0">
              <a:solidFill>
                <a:schemeClr val="bg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7516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89F830-7B8D-C2EE-B09C-29B2CAFD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191" y="1"/>
            <a:ext cx="9295603" cy="1129552"/>
          </a:xfrm>
        </p:spPr>
        <p:txBody>
          <a:bodyPr>
            <a:noAutofit/>
          </a:bodyPr>
          <a:lstStyle/>
          <a:p>
            <a:r>
              <a:rPr lang="en-IN" sz="7200" dirty="0">
                <a:solidFill>
                  <a:srgbClr val="FF0000"/>
                </a:solidFill>
                <a:latin typeface="Algerian" panose="04020705040A02060702" pitchFamily="82" charset="0"/>
              </a:rPr>
              <a:t>s0lution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AE30ED-7777-B60E-07EA-6E27EC78F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2024" y="1129554"/>
            <a:ext cx="5433961" cy="609599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bg2">
                    <a:lumMod val="20000"/>
                    <a:lumOff val="80000"/>
                  </a:schemeClr>
                </a:solidFill>
                <a:highlight>
                  <a:srgbClr val="808080"/>
                </a:highlight>
              </a:rPr>
              <a:t>* districts in Andhra Pradesh…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8E35E2D-5D03-0EDE-FEDE-D999E9E68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2015" y="1739153"/>
            <a:ext cx="5433961" cy="4338917"/>
          </a:xfrm>
        </p:spPr>
        <p:txBody>
          <a:bodyPr>
            <a:normAutofit fontScale="32500" lnSpcReduction="20000"/>
          </a:bodyPr>
          <a:lstStyle/>
          <a:p>
            <a:pPr lvl="2">
              <a:buFont typeface="Wingdings" panose="05000000000000000000" pitchFamily="2" charset="2"/>
              <a:buChar char="ü"/>
            </a:pPr>
            <a:r>
              <a:rPr lang="en-IN" sz="6200" dirty="0"/>
              <a:t> The no of districts in Andhra Pradesh.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6200" dirty="0"/>
              <a:t> select the particular district in the state </a:t>
            </a:r>
          </a:p>
          <a:p>
            <a:pPr marL="0" indent="0">
              <a:buNone/>
            </a:pPr>
            <a:r>
              <a:rPr lang="en-IN" sz="6200" dirty="0">
                <a:solidFill>
                  <a:schemeClr val="bg2">
                    <a:lumMod val="20000"/>
                    <a:lumOff val="80000"/>
                  </a:schemeClr>
                </a:solidFill>
                <a:highlight>
                  <a:srgbClr val="808080"/>
                </a:highlight>
              </a:rPr>
              <a:t>*VILLAGES/TOWNS IN PARTICULAR DISTRICT…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6200" dirty="0">
                <a:solidFill>
                  <a:schemeClr val="bg2">
                    <a:lumMod val="20000"/>
                    <a:lumOff val="80000"/>
                  </a:schemeClr>
                </a:solidFill>
                <a:highlight>
                  <a:srgbClr val="808080"/>
                </a:highlight>
              </a:rPr>
              <a:t> </a:t>
            </a:r>
            <a:r>
              <a:rPr lang="en-IN" sz="6200" dirty="0">
                <a:solidFill>
                  <a:schemeClr val="tx1">
                    <a:lumMod val="95000"/>
                  </a:schemeClr>
                </a:solidFill>
              </a:rPr>
              <a:t>The villages/towns in particular district can be seen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6200" dirty="0">
                <a:solidFill>
                  <a:schemeClr val="tx1">
                    <a:lumMod val="95000"/>
                  </a:schemeClr>
                </a:solidFill>
              </a:rPr>
              <a:t>The availability of sites in that particular village/town can be given.</a:t>
            </a:r>
          </a:p>
          <a:p>
            <a:pPr>
              <a:buFont typeface="Wingdings" panose="05000000000000000000" pitchFamily="2" charset="2"/>
              <a:buChar char="ü"/>
            </a:pPr>
            <a:endParaRPr lang="en-IN" sz="6200" dirty="0">
              <a:solidFill>
                <a:schemeClr val="bg2">
                  <a:lumMod val="20000"/>
                  <a:lumOff val="80000"/>
                </a:schemeClr>
              </a:solidFill>
              <a:highlight>
                <a:srgbClr val="808080"/>
              </a:highlight>
            </a:endParaRPr>
          </a:p>
          <a:p>
            <a:pPr marL="0" indent="0">
              <a:buNone/>
            </a:pPr>
            <a:endParaRPr lang="en-IN" sz="3400" dirty="0">
              <a:solidFill>
                <a:schemeClr val="bg2">
                  <a:lumMod val="20000"/>
                  <a:lumOff val="80000"/>
                </a:schemeClr>
              </a:solidFill>
              <a:highlight>
                <a:srgbClr val="808080"/>
              </a:highlight>
            </a:endParaRPr>
          </a:p>
          <a:p>
            <a:pPr marL="0" indent="0">
              <a:buNone/>
            </a:pPr>
            <a:endParaRPr lang="en-IN" sz="3400" dirty="0">
              <a:solidFill>
                <a:schemeClr val="bg2">
                  <a:lumMod val="20000"/>
                  <a:lumOff val="80000"/>
                </a:schemeClr>
              </a:solidFill>
              <a:highlight>
                <a:srgbClr val="808080"/>
              </a:highlight>
            </a:endParaRPr>
          </a:p>
          <a:p>
            <a:pPr marL="0" indent="0">
              <a:buNone/>
            </a:pPr>
            <a:endParaRPr lang="en-IN" sz="3400" dirty="0">
              <a:solidFill>
                <a:schemeClr val="bg2">
                  <a:lumMod val="20000"/>
                  <a:lumOff val="80000"/>
                </a:schemeClr>
              </a:solidFill>
              <a:highlight>
                <a:srgbClr val="808080"/>
              </a:highlight>
            </a:endParaRPr>
          </a:p>
          <a:p>
            <a:pPr marL="0" indent="0">
              <a:buNone/>
            </a:pPr>
            <a:endParaRPr lang="en-IN" sz="2400" dirty="0">
              <a:solidFill>
                <a:schemeClr val="bg2">
                  <a:lumMod val="20000"/>
                  <a:lumOff val="80000"/>
                </a:schemeClr>
              </a:solidFill>
              <a:highlight>
                <a:srgbClr val="808080"/>
              </a:highlight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2713F66-110D-5F81-B420-7086738E6C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6025" y="932330"/>
            <a:ext cx="4488794" cy="806824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chemeClr val="tx1">
                    <a:lumMod val="95000"/>
                  </a:schemeClr>
                </a:solidFill>
                <a:highlight>
                  <a:srgbClr val="808080"/>
                </a:highlight>
              </a:rPr>
              <a:t>*VIRTUAL DEMP OF SITE…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BED734F-6B7B-388D-1044-809EBA5F2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6024" y="1739153"/>
            <a:ext cx="5756681" cy="418651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 The measurement of  site which shows the virtual demo of site and shows all dimensions of site 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 which gives the idea of site measurement as per our need.</a:t>
            </a:r>
          </a:p>
          <a:p>
            <a:pPr marL="0" indent="0">
              <a:buNone/>
            </a:pPr>
            <a:r>
              <a:rPr lang="en-IN" sz="1800" dirty="0">
                <a:highlight>
                  <a:srgbClr val="808080"/>
                </a:highlight>
              </a:rPr>
              <a:t>*INFORMATION OF LAND DEALERS</a:t>
            </a:r>
            <a:r>
              <a:rPr lang="en-IN" sz="1800" dirty="0"/>
              <a:t>…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 The additional information of site.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The information of concern land dealers in that particular zone.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1800" dirty="0"/>
              <a:t>And this is last step and finally if interested you can buy or sell the site as client/as customer/as land dealer.</a:t>
            </a:r>
          </a:p>
        </p:txBody>
      </p:sp>
    </p:spTree>
    <p:extLst>
      <p:ext uri="{BB962C8B-B14F-4D97-AF65-F5344CB8AC3E}">
        <p14:creationId xmlns:p14="http://schemas.microsoft.com/office/powerpoint/2010/main" val="3610988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7D3D685-ACB9-B121-8BF1-8F892E79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5919010"/>
          </a:xfrm>
        </p:spPr>
        <p:txBody>
          <a:bodyPr anchor="t">
            <a:normAutofit/>
          </a:bodyPr>
          <a:lstStyle/>
          <a:p>
            <a:pPr algn="l"/>
            <a:r>
              <a:rPr lang="en-IN" i="1" u="sng" cap="none" spc="3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*</a:t>
            </a:r>
            <a:r>
              <a:rPr lang="en-IN" sz="4400" i="1" u="sng" cap="none" spc="3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  <a:latin typeface="Bodoni MT Black" panose="02070A03080606020203" pitchFamily="18" charset="0"/>
              </a:rPr>
              <a:t>APP FORMAT</a:t>
            </a:r>
            <a:r>
              <a:rPr lang="en-IN" i="1" u="sng" cap="none" spc="3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  <a:t>*</a:t>
            </a:r>
            <a:br>
              <a:rPr lang="en-IN" i="1" u="sng" cap="none" spc="300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808080"/>
                </a:highlight>
              </a:rPr>
            </a:br>
            <a:r>
              <a:rPr lang="en-IN" cap="none" spc="300" dirty="0">
                <a:solidFill>
                  <a:schemeClr val="bg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1) *</a:t>
            </a:r>
            <a:r>
              <a:rPr lang="en-IN" i="1" u="sng" cap="none" spc="300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0000"/>
                </a:highlight>
              </a:rPr>
              <a:t>SCREEN 1:SHOWS THE LOGO OF APP</a:t>
            </a:r>
          </a:p>
        </p:txBody>
      </p:sp>
      <p:pic>
        <p:nvPicPr>
          <p:cNvPr id="9" name="Picture 8" descr="A logo with a letter s and a map">
            <a:extLst>
              <a:ext uri="{FF2B5EF4-FFF2-40B4-BE49-F238E27FC236}">
                <a16:creationId xmlns:a16="http://schemas.microsoft.com/office/drawing/2014/main" id="{39838383-1802-81F4-069D-8D2722A58F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936376"/>
            <a:ext cx="6858000" cy="389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845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239F6-0C2C-F99F-E22C-D304EFF6A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79294" y="1"/>
            <a:ext cx="12371293" cy="6858000"/>
          </a:xfrm>
        </p:spPr>
        <p:txBody>
          <a:bodyPr anchor="t"/>
          <a:lstStyle/>
          <a:p>
            <a:pPr algn="l"/>
            <a:r>
              <a:rPr lang="en-IN" i="1" u="sng" dirty="0">
                <a:solidFill>
                  <a:schemeClr val="bg2">
                    <a:lumMod val="60000"/>
                    <a:lumOff val="40000"/>
                  </a:schemeClr>
                </a:solidFill>
              </a:rPr>
              <a:t>SCREEN 2: </a:t>
            </a:r>
            <a:r>
              <a:rPr lang="en-IN" sz="4400" i="1" u="sng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 Narrow" panose="020B0004020202020204" pitchFamily="34" charset="0"/>
              </a:rPr>
              <a:t>the login page</a:t>
            </a:r>
          </a:p>
        </p:txBody>
      </p:sp>
      <p:pic>
        <p:nvPicPr>
          <p:cNvPr id="4" name="Picture 3" descr="A circular blue and white label with text&#10;&#10;AI-generated content may be incorrect.">
            <a:extLst>
              <a:ext uri="{FF2B5EF4-FFF2-40B4-BE49-F238E27FC236}">
                <a16:creationId xmlns:a16="http://schemas.microsoft.com/office/drawing/2014/main" id="{B5AC9B47-32D7-8536-603D-4EA103FD29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589" y="1721224"/>
            <a:ext cx="5199529" cy="4554070"/>
          </a:xfrm>
          <a:prstGeom prst="rect">
            <a:avLst/>
          </a:prstGeom>
        </p:spPr>
      </p:pic>
      <p:pic>
        <p:nvPicPr>
          <p:cNvPr id="6" name="Picture 5" descr="A screen shot of a tablet&#10;&#10;AI-generated content may be incorrect.">
            <a:extLst>
              <a:ext uri="{FF2B5EF4-FFF2-40B4-BE49-F238E27FC236}">
                <a16:creationId xmlns:a16="http://schemas.microsoft.com/office/drawing/2014/main" id="{918D421E-A533-2838-B5D2-C9D7A0F482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717176"/>
            <a:ext cx="6096000" cy="614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410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792C0-7276-068D-7363-234F90010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1"/>
            <a:ext cx="10742794" cy="7745506"/>
          </a:xfrm>
        </p:spPr>
        <p:txBody>
          <a:bodyPr anchor="t"/>
          <a:lstStyle/>
          <a:p>
            <a:pPr algn="l"/>
            <a:r>
              <a:rPr lang="en-IN" dirty="0"/>
              <a:t>Screen 3: </a:t>
            </a: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  <a:latin typeface="Aptos Narrow" panose="020B0004020202020204" pitchFamily="34" charset="0"/>
              </a:rPr>
              <a:t>the map of </a:t>
            </a:r>
            <a:b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  <a:latin typeface="Aptos Narrow" panose="020B0004020202020204" pitchFamily="34" charset="0"/>
              </a:rPr>
            </a:b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  <a:latin typeface="Aptos Narrow" panose="020B0004020202020204" pitchFamily="34" charset="0"/>
              </a:rPr>
              <a:t>ap district with </a:t>
            </a:r>
            <a:b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  <a:latin typeface="Aptos Narrow" panose="020B0004020202020204" pitchFamily="34" charset="0"/>
              </a:rPr>
            </a:b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  <a:latin typeface="Aptos Narrow" panose="020B0004020202020204" pitchFamily="34" charset="0"/>
              </a:rPr>
              <a:t>names.</a:t>
            </a:r>
          </a:p>
        </p:txBody>
      </p:sp>
      <p:pic>
        <p:nvPicPr>
          <p:cNvPr id="4" name="Picture 3" descr="A map of india with different colored states&#10;&#10;AI-generated content may be incorrect.">
            <a:extLst>
              <a:ext uri="{FF2B5EF4-FFF2-40B4-BE49-F238E27FC236}">
                <a16:creationId xmlns:a16="http://schemas.microsoft.com/office/drawing/2014/main" id="{D51AE465-BB48-E7DE-2DCB-723127F5C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06" y="932329"/>
            <a:ext cx="10473854" cy="5197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00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BF594-7C47-55AB-446C-78095059E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5506" y="1"/>
            <a:ext cx="13124329" cy="6858000"/>
          </a:xfrm>
        </p:spPr>
        <p:txBody>
          <a:bodyPr anchor="t"/>
          <a:lstStyle/>
          <a:p>
            <a:pPr algn="l"/>
            <a:r>
              <a:rPr lang="en-IN" dirty="0"/>
              <a:t>Screen 4: </a:t>
            </a: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  <a:latin typeface="Aptos Narrow" panose="020B0004020202020204" pitchFamily="34" charset="0"/>
              </a:rPr>
              <a:t>the villages/towns in particular  district in ap.</a:t>
            </a:r>
          </a:p>
        </p:txBody>
      </p:sp>
      <p:pic>
        <p:nvPicPr>
          <p:cNvPr id="4" name="Picture 3" descr="A map of india with cities">
            <a:extLst>
              <a:ext uri="{FF2B5EF4-FFF2-40B4-BE49-F238E27FC236}">
                <a16:creationId xmlns:a16="http://schemas.microsoft.com/office/drawing/2014/main" id="{68B9ECEB-678F-A5B0-ADAA-0598B6CF3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79" y="484094"/>
            <a:ext cx="11682292" cy="6373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899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C3FD9-2145-5B0B-0EDE-DCF8899DB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994775" cy="7835153"/>
          </a:xfrm>
        </p:spPr>
        <p:txBody>
          <a:bodyPr anchor="t"/>
          <a:lstStyle/>
          <a:p>
            <a:pPr algn="l"/>
            <a:r>
              <a:rPr lang="en-IN" dirty="0"/>
              <a:t>Screen 5</a:t>
            </a: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: virtual demo of site with dimensions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 descr="A model of a building on a glass table&#10;&#10;AI-generated content may be incorrect.">
            <a:extLst>
              <a:ext uri="{FF2B5EF4-FFF2-40B4-BE49-F238E27FC236}">
                <a16:creationId xmlns:a16="http://schemas.microsoft.com/office/drawing/2014/main" id="{85F181B0-9051-D47D-6DC6-90A05614D0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823" y="699247"/>
            <a:ext cx="9663951" cy="598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027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4FD58-CDA5-FF18-8FF7-A4DD69BA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6687671"/>
          </a:xfrm>
        </p:spPr>
        <p:txBody>
          <a:bodyPr anchor="t"/>
          <a:lstStyle/>
          <a:p>
            <a:pPr algn="l"/>
            <a:r>
              <a:rPr lang="en-IN" dirty="0"/>
              <a:t>Screen 6:</a:t>
            </a:r>
            <a:br>
              <a:rPr lang="en-IN" dirty="0"/>
            </a:br>
            <a:r>
              <a:rPr lang="en-IN" dirty="0">
                <a:solidFill>
                  <a:schemeClr val="bg2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which gives availability of land dealers and additional information of sites</a:t>
            </a:r>
            <a:r>
              <a:rPr lang="en-IN" dirty="0"/>
              <a:t>.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EC0BC947-522B-530C-0F64-3FAA75F725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1541930"/>
            <a:ext cx="8480611" cy="514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673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13365-949C-8BAC-B16C-C03EEAE7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588" y="0"/>
            <a:ext cx="11833411" cy="6257365"/>
          </a:xfrm>
        </p:spPr>
        <p:txBody>
          <a:bodyPr anchor="t">
            <a:normAutofit/>
          </a:bodyPr>
          <a:lstStyle/>
          <a:p>
            <a:pPr marL="457200" indent="-457200" algn="l">
              <a:buFont typeface="Wingdings" panose="05000000000000000000" pitchFamily="2" charset="2"/>
              <a:buChar char="ü"/>
            </a:pPr>
            <a:r>
              <a:rPr lang="en-IN" dirty="0"/>
              <a:t>Screen 6: </a:t>
            </a:r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  <a:t>issues license to client, customer and land dealer for to buy/sell the legal sites.</a:t>
            </a:r>
            <a:b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000000"/>
                </a:highlight>
              </a:rPr>
            </a:br>
            <a:r>
              <a:rPr lang="en-IN" dirty="0"/>
              <a:t>                                                       This gives the </a:t>
            </a:r>
            <a:br>
              <a:rPr lang="en-IN" dirty="0"/>
            </a:br>
            <a:r>
              <a:rPr lang="en-IN" dirty="0"/>
              <a:t>                                                    “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correct mark in green                </a:t>
            </a:r>
            <a:r>
              <a:rPr lang="en-IN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color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</a:t>
            </a:r>
            <a:r>
              <a:rPr lang="en-IN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color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                   </a:t>
            </a:r>
            <a:r>
              <a:rPr lang="en-IN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lgerian" panose="04020705040A02060702" pitchFamily="82" charset="0"/>
              </a:rPr>
              <a:t>color</a:t>
            </a:r>
            <a:r>
              <a:rPr lang="en-IN" dirty="0"/>
              <a:t>”</a:t>
            </a:r>
            <a:br>
              <a:rPr lang="en-IN" dirty="0"/>
            </a:br>
            <a:r>
              <a:rPr lang="en-IN" dirty="0"/>
              <a:t>                                                to </a:t>
            </a:r>
            <a:r>
              <a:rPr lang="en-IN" dirty="0">
                <a:latin typeface="Agency FB" panose="020B0503020202020204" pitchFamily="34" charset="0"/>
              </a:rPr>
              <a:t>say those members have license, so you         can approach them</a:t>
            </a:r>
            <a:r>
              <a:rPr lang="en-IN" dirty="0"/>
              <a:t>…              </a:t>
            </a:r>
            <a:r>
              <a:rPr lang="en-IN" dirty="0">
                <a:latin typeface="Agency FB" panose="020B0503020202020204" pitchFamily="34" charset="0"/>
              </a:rPr>
              <a:t>approach them</a:t>
            </a:r>
            <a:r>
              <a:rPr lang="en-IN" dirty="0"/>
              <a:t>…</a:t>
            </a:r>
          </a:p>
        </p:txBody>
      </p:sp>
      <p:pic>
        <p:nvPicPr>
          <p:cNvPr id="4" name="Picture 3" descr="A clipboard with a document and pen on a table&#10;&#10;AI-generated content may be incorrect.">
            <a:extLst>
              <a:ext uri="{FF2B5EF4-FFF2-40B4-BE49-F238E27FC236}">
                <a16:creationId xmlns:a16="http://schemas.microsoft.com/office/drawing/2014/main" id="{A11AB927-425F-24BB-819B-6C0F821A8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23" y="1488140"/>
            <a:ext cx="4392707" cy="446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06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446AA-AC34-8AA4-AEB5-99E75DCE5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" y="197224"/>
            <a:ext cx="12066493" cy="6042211"/>
          </a:xfrm>
        </p:spPr>
        <p:txBody>
          <a:bodyPr anchor="t"/>
          <a:lstStyle/>
          <a:p>
            <a:pPr algn="l"/>
            <a:r>
              <a:rPr lang="en-IN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  <a:latin typeface="Cooper Black" panose="0208090404030B020404" pitchFamily="18" charset="0"/>
              </a:rPr>
              <a:t>So this app is useful for so many people out in world </a:t>
            </a:r>
            <a:r>
              <a:rPr lang="en-IN" dirty="0"/>
              <a:t>…</a:t>
            </a:r>
            <a:br>
              <a:rPr lang="en-IN" dirty="0"/>
            </a:br>
            <a:r>
              <a:rPr lang="en-IN" dirty="0"/>
              <a:t>          </a:t>
            </a:r>
            <a:r>
              <a:rPr lang="en-IN" dirty="0">
                <a:solidFill>
                  <a:schemeClr val="accent3">
                    <a:lumMod val="60000"/>
                    <a:lumOff val="40000"/>
                  </a:schemeClr>
                </a:solidFill>
                <a:highlight>
                  <a:srgbClr val="000000"/>
                </a:highlight>
                <a:latin typeface="Algerian" panose="04020705040A02060702" pitchFamily="82" charset="0"/>
              </a:rPr>
              <a:t>so this app has this problem statement with solution and with app format</a:t>
            </a:r>
            <a:r>
              <a:rPr lang="en-IN" dirty="0"/>
              <a:t>….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/>
            </a:br>
            <a:br>
              <a:rPr lang="en-IN" dirty="0">
                <a:highlight>
                  <a:srgbClr val="008080"/>
                </a:highlight>
              </a:rPr>
            </a:br>
            <a:r>
              <a:rPr lang="en-IN" sz="3600" dirty="0">
                <a:solidFill>
                  <a:schemeClr val="accent3">
                    <a:lumMod val="75000"/>
                  </a:schemeClr>
                </a:solidFill>
                <a:highlight>
                  <a:srgbClr val="008080"/>
                </a:highlight>
                <a:latin typeface="Forte" panose="03060902040502070203" pitchFamily="66" charset="0"/>
              </a:rPr>
              <a:t>                                                        thank you……….</a:t>
            </a:r>
          </a:p>
        </p:txBody>
      </p:sp>
    </p:spTree>
    <p:extLst>
      <p:ext uri="{BB962C8B-B14F-4D97-AF65-F5344CB8AC3E}">
        <p14:creationId xmlns:p14="http://schemas.microsoft.com/office/powerpoint/2010/main" val="3124504528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211</TotalTime>
  <Words>398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Agency FB</vt:lpstr>
      <vt:lpstr>Algerian</vt:lpstr>
      <vt:lpstr>Aptos Narrow</vt:lpstr>
      <vt:lpstr>Arial</vt:lpstr>
      <vt:lpstr>Arial Black</vt:lpstr>
      <vt:lpstr>Bahnschrift SemiBold Condensed</vt:lpstr>
      <vt:lpstr>Bodoni MT Black</vt:lpstr>
      <vt:lpstr>Cooper Black</vt:lpstr>
      <vt:lpstr>Forte</vt:lpstr>
      <vt:lpstr>Rockwell</vt:lpstr>
      <vt:lpstr>Wingdings</vt:lpstr>
      <vt:lpstr>Gallery</vt:lpstr>
      <vt:lpstr>Start Andhra real estate</vt:lpstr>
      <vt:lpstr>Problem statement :   the availability of sites &amp; land dealers in particular place…</vt:lpstr>
      <vt:lpstr>s0lution</vt:lpstr>
      <vt:lpstr>*APP FORMAT* 1) *SCREEN 1:SHOWS THE LOGO OF APP</vt:lpstr>
      <vt:lpstr>SCREEN 2: the login page</vt:lpstr>
      <vt:lpstr>Screen 3: the map of  ap district with  names.</vt:lpstr>
      <vt:lpstr>Screen 4: the villages/towns in particular  district in ap.</vt:lpstr>
      <vt:lpstr>Screen 5: virtual demo of site with dimensions. </vt:lpstr>
      <vt:lpstr>Screen 6: which gives availability of land dealers and additional information of sites.</vt:lpstr>
      <vt:lpstr>Screen 6: issues license to client, customer and land dealer for to buy/sell the legal sites.                                                        This gives the                                                      “correct mark in green                color color                   color”                                                 to say those members have license, so you         can approach them…              approach them…</vt:lpstr>
      <vt:lpstr>So this app is useful for so many people out in world …           so this app has this problem statement with solution and with app format….                                                              thank you……….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Neelima</dc:creator>
  <cp:lastModifiedBy>M. Neelima</cp:lastModifiedBy>
  <cp:revision>2</cp:revision>
  <dcterms:created xsi:type="dcterms:W3CDTF">2025-03-25T08:03:20Z</dcterms:created>
  <dcterms:modified xsi:type="dcterms:W3CDTF">2025-03-25T11:34:54Z</dcterms:modified>
</cp:coreProperties>
</file>